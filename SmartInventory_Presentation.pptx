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917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2651760"/>
            <a:ext cx="6858000" cy="6858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-2377440"/>
            <a:ext cx="4206240" cy="420624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INVENTORY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F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LOW STOCK PREDICTION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0"/>
                </a:solidFill>
                <a:latin typeface="Calibri" pitchFamily="34" charset="0"/>
                <a:cs typeface="Calibri" pitchFamily="34" charset="-120"/>
              </a:rPr>
              <a:t>Presented By: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CFE8F0"/>
                </a:solidFill>
                <a:latin typeface="Calibri" pitchFamily="34" charset="0"/>
                <a:cs typeface="Calibri" pitchFamily="34" charset="-120"/>
              </a:rPr>
              <a:t>Kamana Shrestha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CFE8F0"/>
                </a:solidFill>
                <a:latin typeface="Calibri" pitchFamily="34" charset="0"/>
                <a:cs typeface="Calibri" pitchFamily="34" charset="-120"/>
              </a:rPr>
              <a:t>6</a:t>
            </a:r>
            <a:r>
              <a:rPr lang="en-US" sz="1600" baseline="30000" dirty="0">
                <a:solidFill>
                  <a:srgbClr val="CFE8F0"/>
                </a:solidFill>
                <a:latin typeface="Calibri" pitchFamily="34" charset="0"/>
                <a:cs typeface="Calibri" pitchFamily="34" charset="-120"/>
              </a:rPr>
              <a:t>th</a:t>
            </a:r>
            <a:r>
              <a:rPr lang="en-US" sz="1600" dirty="0">
                <a:solidFill>
                  <a:srgbClr val="CFE8F0"/>
                </a:solidFill>
                <a:latin typeface="Calibri" pitchFamily="34" charset="0"/>
                <a:cs typeface="Calibri" pitchFamily="34" charset="-120"/>
              </a:rPr>
              <a:t> semester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CFE8F0"/>
                </a:solidFill>
                <a:latin typeface="Calibri" pitchFamily="34" charset="0"/>
                <a:cs typeface="Calibri" pitchFamily="34" charset="-120"/>
              </a:rPr>
              <a:t>Bsc</a:t>
            </a:r>
            <a:r>
              <a:rPr lang="en-US" sz="1600" dirty="0">
                <a:solidFill>
                  <a:srgbClr val="CFE8F0"/>
                </a:solidFill>
                <a:latin typeface="Calibri" pitchFamily="34" charset="0"/>
                <a:cs typeface="Calibri" pitchFamily="34" charset="-120"/>
              </a:rPr>
              <a:t>. CSIT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Smart Inventory?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inventory management system built with ASP.NET Core MVC and Entity Framework Core.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products, records every sale, and keeps stock levels accurate automatically.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predictive layer on top of standard inventory tracking. It estimates each product's daily sales rate and identifies products likely to run out soon.</a:t>
            </a:r>
          </a:p>
          <a:p>
            <a:pPr marL="228600" indent="-228600">
              <a:spcAft>
                <a:spcPts val="16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practical that d</a:t>
            </a:r>
            <a:r>
              <a:rPr lang="en-US" sz="1500" dirty="0"/>
              <a:t>emonstrates MVC in a real-world inventory system.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21031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21031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38744" y="247802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8549640" y="21031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21031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21824" y="247802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0" y="21031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21031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automatically adjusts stock in real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4160520"/>
            <a:ext cx="4937760" cy="1691640"/>
          </a:xfrm>
          <a:prstGeom prst="roundRect">
            <a:avLst>
              <a:gd name="adj" fmla="val 5405"/>
            </a:avLst>
          </a:prstGeom>
          <a:solidFill>
            <a:srgbClr val="CF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43159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6177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(.NET 10)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+ SQL Server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Views, Bootstrap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spreadsheet-based stock tracking is slow, error-prone, and quickly falls out of date.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often discover a stock-out only after it happens  by then it's too late to reorder smoothly.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“reorder level” treats a slow-moving and a fast-moving product the same way, even though they run out at very different speeds.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simple, built-in way to see which products are about to become a problem before they 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87452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/>
        </p:spPr>
      </p:sp>
      <p:sp>
        <p:nvSpPr>
          <p:cNvPr id="7" name="Shape 5"/>
          <p:cNvSpPr/>
          <p:nvPr/>
        </p:nvSpPr>
        <p:spPr>
          <a:xfrm>
            <a:off x="7242048" y="22539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242048" y="22539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62672" y="20025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62672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drift out of sync with real stock.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40880" y="3182112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242048" y="35615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242048" y="35615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62672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Restocking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62672" y="36393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only starts after stock is already low.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4489704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242048" y="48691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242048" y="48691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62672" y="4617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62672" y="49469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stock-outs mean missed revenue.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Smart Inventory Does About 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product and sales data in one system.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sale automatically deducts from stock and editing or deleting that sale automatically reverses the change, so figures never drift.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Prediction module calculates each product's average daily sales rate from its sales history.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FontTx/>
              <a:buChar char="•"/>
            </a:pPr>
            <a:r>
              <a:rPr lang="en-US" sz="1500" dirty="0"/>
              <a:t>Predicts days of stock left and alerts before stock runs out.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874520"/>
            <a:ext cx="4663440" cy="3977640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Sales Rate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Units Sold  ÷  Days Since First Sale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3520440"/>
            <a:ext cx="41148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of Stock Remaining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Stock  ÷  Daily Sales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4846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transparent statistical estimate — not a trained ML model — used consistently across the Dashboard and Prediction modules.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Modules, One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3911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39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02996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2996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stock health and a ranked restock list.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8036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287121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87121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delete, and view product records.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3602736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72160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21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71246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71246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sales; stock is deducted automatically.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443984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6285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628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45537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Edit &amp; Delete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455371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safely reverse and reapply stock changes.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2920" y="5285232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40410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04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539496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Prediction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539496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days of stock left per product.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Module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78308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at-a-glance view of inventory health: total products, low-stock count, and out-of-stock count.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FontTx/>
              <a:buChar char="•"/>
            </a:pPr>
            <a:r>
              <a:rPr lang="en-US" sz="1350" dirty="0"/>
              <a:t>Creates a priority restock list based on how many days of stock are estimated to be left. </a:t>
            </a:r>
            <a:endParaRPr lang="en-US" sz="1350" dirty="0">
              <a:solidFill>
                <a:srgbClr val="1A21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live database data through the Controller whenever a page is loaded, ensuring the information is always up to date.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43434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441655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LOGIC — DashboardController.cs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9672" y="4636008"/>
            <a:ext cx="5020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dailySales = totalSold 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daysSinceFirstSale;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0E8374-89AF-D50A-76D9-AB54AF3AF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9" r="3146" b="2928"/>
          <a:stretch>
            <a:fillRect/>
          </a:stretch>
        </p:blipFill>
        <p:spPr>
          <a:xfrm>
            <a:off x="128016" y="2036383"/>
            <a:ext cx="6062472" cy="3480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Management Module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78308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CRUD operations — Create, Read, Update, and Delete products.</a:t>
            </a: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/>
              <a:t>Stores important product details such as name, category, stock quantity, reorder level, and price</a:t>
            </a: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 validation to make sure only correct and valid product information is saved.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with existing sales records cannot be deleted, protecting the integrity of past transactions.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43434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441655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LOGIC — ProductsController.cs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9672" y="4636008"/>
            <a:ext cx="5020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(ModelState.IsValid)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_context.Add(product);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_context.SaveChangesAsync();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30EA31-A393-1E02-DA49-44BAD6F9EA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23" t="895" r="4305" b="9882"/>
          <a:stretch>
            <a:fillRect/>
          </a:stretch>
        </p:blipFill>
        <p:spPr>
          <a:xfrm>
            <a:off x="167101" y="1865377"/>
            <a:ext cx="6105683" cy="29659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Management Module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78308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each sale transaction with product, quantity, and date.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sale is saved, the related product's stock is deducted automatically. </a:t>
            </a: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Sales and Products in sync at all times, which provides accurate data for Dashboard and Prediction figures.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43434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441655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LOGIC — SalesController.cs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9672" y="4636008"/>
            <a:ext cx="5020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product.StockQuantity -=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sale.Quantity;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_context.Sales.Add(sale);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A5E98-0EBD-E966-FBFA-FC186FF739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55" t="7900" r="22637" b="19734"/>
          <a:stretch>
            <a:fillRect/>
          </a:stretch>
        </p:blipFill>
        <p:spPr>
          <a:xfrm>
            <a:off x="457200" y="2084832"/>
            <a:ext cx="5428891" cy="30843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Edit &amp; Delete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78308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sale is edited, the original quantity is first added back to stock, then the new quantity is deducted.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sale is deleted, the deducted quantity is automatically returned to stock.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updates must happen in the correct order to keep the inventory accurate.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43434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441655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LOGIC — SalesController.cs (Edit)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9672" y="4636008"/>
            <a:ext cx="5020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product.StockQuantity +=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existingSale.Quantity;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product.StockQuantity -=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sale.Quantity;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C29C3F-7B8B-9112-70E7-3AE650DBA857}"/>
              </a:ext>
            </a:extLst>
          </p:cNvPr>
          <p:cNvGrpSpPr/>
          <p:nvPr/>
        </p:nvGrpSpPr>
        <p:grpSpPr>
          <a:xfrm>
            <a:off x="784748" y="1663070"/>
            <a:ext cx="3432410" cy="4755321"/>
            <a:chOff x="784748" y="1663070"/>
            <a:chExt cx="3432410" cy="475532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1FEC0B2-14D7-18A4-1C97-094F63527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748" y="1663070"/>
              <a:ext cx="3432410" cy="224975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A08A9C2-8834-6008-94CE-E07E58899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748" y="4021412"/>
              <a:ext cx="3432410" cy="239697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Stock Prediction Module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78308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same daily-sales-rate formula as the Dashboard, but presents it as a full table for every product.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number of days of stock remaining based on each product’s actual sales history.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early reorder warning, helping staff restock before products run out.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43434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441655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LOGIC — PredictionController.cs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9672" y="4636008"/>
            <a:ext cx="5020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daysOfStock =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9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stockQuantity / dailySales;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E71C18-BFB5-71CB-1CBA-BB3BB5670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50" y="1737360"/>
            <a:ext cx="5865050" cy="38130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MVC Works in This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633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ProductsController / SalesController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 &amp; logic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2468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633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Product.cs / Sale.cs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entities + validation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32520" y="2468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2633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1540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.cshtml pages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0" y="3044952"/>
            <a:ext cx="1005840" cy="219456"/>
          </a:xfrm>
          <a:prstGeom prst="rightArrow">
            <a:avLst/>
          </a:prstGeom>
          <a:solidFill>
            <a:srgbClr val="5A6B75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3009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3044952"/>
            <a:ext cx="1005840" cy="219456"/>
          </a:xfrm>
          <a:prstGeom prst="rightArrow">
            <a:avLst/>
          </a:prstGeom>
          <a:solidFill>
            <a:srgbClr val="5A6B7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33009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Browser → Controller → Model (database) → Controller chooses a View → View is rendered back to the Browser.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SAVING A SALES EDIT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32180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clicks Save on /Sales/Edit → SalesController.Edit(POST) adjusts stock → SaveChangesAsync() → RedirectToAction("Index") → Sales/Index view re-rendered.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Component Mapping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201400" cy="3931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in This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Product.cs, Sale.cs, ApplicationDbContext.cs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data shape, validation rules, and talk to SQL Server via EF Core.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Views/Products/*.cshtml, Views/Sales/*.cshtml, Views/Dashboard/Index.cshtml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 templates that render HTML shown to the user.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ProductsController, SalesController, DashboardController, PredictionController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HTTP requests, apply business logic, choose which View to return.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F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Implementations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20299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029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1288" y="1975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Forecasting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234086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average-rate formula with a trained model that accounts for seasonality and trends.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20299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2029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2008" y="1975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22008" y="234086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SMS notifications when a product crosses its predicted reorder point.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" y="34930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493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3438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" y="380390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permissions for staff (record sales) vs. admins (manage products, view reports).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2918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4808" y="34930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493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22008" y="3438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Purchase Orders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22008" y="380390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low-stock items directly to suppliers and auto-generate purchase orders.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7548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" y="495604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4956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1288" y="4901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Charts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61288" y="526694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weekly/monthly trends per product, not just a single daily-rate number.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47548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64808" y="495604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956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22008" y="4901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22008" y="526694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stock entry and sales recording on a warehouse floor.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2651760"/>
            <a:ext cx="6858000" cy="6858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-2377440"/>
            <a:ext cx="4206240" cy="420624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9875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SmartInventory demonstrates a complete ASP.NET Core MVC application: Models, Views, and Controllers working together with Entity Framework Core.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Sales data stay automatically synchronized, removing the manual reconciliation that causes most inventory errors.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module moves restocking decisions from reactive (“stock hit zero”) to proactive (“this product will run out in N days”).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both correct CRUD implementation and awareness of edge cases — such as reversing stock on edit/delete  that many simple inventory apps overlook.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Low Stock Prediction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2651760"/>
            <a:ext cx="6858000" cy="6858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-2377440"/>
            <a:ext cx="4206240" cy="420624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1353</Words>
  <Application>Microsoft Office PowerPoint</Application>
  <PresentationFormat>Widescreen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Kamana Shrestha</cp:lastModifiedBy>
  <cp:revision>4</cp:revision>
  <dcterms:created xsi:type="dcterms:W3CDTF">2026-09-05T02:49:32Z</dcterms:created>
  <dcterms:modified xsi:type="dcterms:W3CDTF">2026-09-05T07:26:29Z</dcterms:modified>
</cp:coreProperties>
</file>